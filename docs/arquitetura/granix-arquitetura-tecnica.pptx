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4-contai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integration-o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flow-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flow-pa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flow-4p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flow-onboar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flow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