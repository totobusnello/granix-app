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60" d="100"/>
          <a:sy n="160" d="100"/>
        </p:scale>
        <p:origin x="-1400" y="-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c4-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ntegration-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flow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flow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flow-4p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flow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flow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flow-dis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flow-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55" y="0"/>
            <a:ext cx="1159098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Totó Busnello</cp:lastModifiedBy>
  <cp:revision>1</cp:revision>
  <dcterms:created xsi:type="dcterms:W3CDTF">2013-01-27T09:14:16Z</dcterms:created>
  <dcterms:modified xsi:type="dcterms:W3CDTF">2026-04-02T14:24:06Z</dcterms:modified>
  <cp:category/>
</cp:coreProperties>
</file>