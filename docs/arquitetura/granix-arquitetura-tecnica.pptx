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4-contai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integration-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flow-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flow-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flow-4p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flow-onboar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flow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flow-dis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flow-bi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355" y="0"/>
            <a:ext cx="1159098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